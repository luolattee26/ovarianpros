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19,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190 identifiers, 190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48453"/>
            <a:ext cx="10911535" cy="455466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982178"/>
            <a:ext cx="10911535" cy="4487215"/>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856286" y="1665465"/>
            <a:ext cx="10479123"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2227386" y="1665465"/>
            <a:ext cx="7736923"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912936" y="1665465"/>
            <a:ext cx="6365822"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hits</a:t>
                      </a:r>
                    </a:p>
                  </a:txBody>
                  <a:tcPr/>
                </a:tc>
                <a:tc>
                  <a:txBody>
                    <a:bodyPr/>
                    <a:lstStyle/>
                    <a:p>
                      <a:r>
                        <a:t>GO:0030036|actin cytoskeleton organization|-29.8;GO:0030029|actin filament-based process|-29.0;R-HSA-6798695|Neutrophil degranulation|-25.7</a:t>
                      </a:r>
                    </a:p>
                  </a:txBody>
                  <a:tcPr/>
                </a:tc>
              </a:tr>
              <a:tr h="512064">
                <a:tc>
                  <a:txBody>
                    <a:bodyPr/>
                    <a:lstStyle/>
                    <a:p>
                      <a:r>
                        <a:t>hits_MCODE_ALL</a:t>
                      </a:r>
                    </a:p>
                  </a:txBody>
                  <a:tcPr/>
                </a:tc>
                <a:tc>
                  <a:txBody>
                    <a:bodyPr/>
                    <a:lstStyle/>
                    <a:p>
                      <a:r>
                        <a:t>GO:0030036|actin cytoskeleton organization|-35.1;GO:0030029|actin filament-based process|-34.8;R-HSA-194315|Signaling by Rho GTPases|-26.4</a:t>
                      </a:r>
                    </a:p>
                  </a:txBody>
                  <a:tcPr/>
                </a:tc>
              </a:tr>
              <a:tr h="512064">
                <a:tc>
                  <a:txBody>
                    <a:bodyPr/>
                    <a:lstStyle/>
                    <a:p>
                      <a:r>
                        <a:t>hits_SUB1_MCODE_1</a:t>
                      </a:r>
                    </a:p>
                  </a:txBody>
                  <a:tcPr/>
                </a:tc>
                <a:tc>
                  <a:txBody>
                    <a:bodyPr/>
                    <a:lstStyle/>
                    <a:p>
                      <a:r>
                        <a:t>R-HSA-194315|Signaling by Rho GTPases|-21.2;GO:0030029|actin filament-based process|-21.0;R-HSA-9716542|Signaling by Rho GTPases, Miro GTPases and RHOBTB3|-21.0</a:t>
                      </a:r>
                    </a:p>
                  </a:txBody>
                  <a:tcPr/>
                </a:tc>
              </a:tr>
              <a:tr h="512064">
                <a:tc>
                  <a:txBody>
                    <a:bodyPr/>
                    <a:lstStyle/>
                    <a:p>
                      <a:r>
                        <a:t>hits_SUB1_MCODE_2</a:t>
                      </a:r>
                    </a:p>
                  </a:txBody>
                  <a:tcPr/>
                </a:tc>
                <a:tc>
                  <a:txBody>
                    <a:bodyPr/>
                    <a:lstStyle/>
                    <a:p>
                      <a:r>
                        <a:t>R-HSA-8856828|Clathrin-mediated endocytosis|-10.8;R-HSA-5663213|RHO GTPases Activate WASPs and WAVEs|-9.3;R-HSA-9664417|Leishmania phagocytosis|-8.5</a:t>
                      </a:r>
                    </a:p>
                  </a:txBody>
                  <a:tcPr/>
                </a:tc>
              </a:tr>
              <a:tr h="512064">
                <a:tc>
                  <a:txBody>
                    <a:bodyPr/>
                    <a:lstStyle/>
                    <a:p>
                      <a:r>
                        <a:t>hits_SUB1_MCODE_3</a:t>
                      </a:r>
                    </a:p>
                  </a:txBody>
                  <a:tcPr/>
                </a:tc>
                <a:tc>
                  <a:txBody>
                    <a:bodyPr/>
                    <a:lstStyle/>
                    <a:p>
                      <a:r>
                        <a:t>R-HSA-114608|Platelet degranulation|-19.4;R-HSA-76005|Response to elevated platelet cytosolic Ca2+|-19.3;R-HSA-76002|Platelet activation, signaling and aggregation|-16.6</a:t>
                      </a:r>
                    </a:p>
                  </a:txBody>
                  <a:tcPr/>
                </a:tc>
              </a:tr>
              <a:tr h="512064">
                <a:tc>
                  <a:txBody>
                    <a:bodyPr/>
                    <a:lstStyle/>
                    <a:p>
                      <a:r>
                        <a:t>hits_SUB1_MCODE_4</a:t>
                      </a:r>
                    </a:p>
                  </a:txBody>
                  <a:tcPr/>
                </a:tc>
                <a:tc>
                  <a:txBody>
                    <a:bodyPr/>
                    <a:lstStyle/>
                    <a:p>
                      <a:r>
                        <a:t>GO:0006096|glycolytic process|-6.5;GO:0046032|ADP catabolic process|-6.5;GO:0019364|pyridine nucleotide catabolic process|-6.4</a:t>
                      </a:r>
                    </a:p>
                  </a:txBody>
                  <a:tcPr/>
                </a:tc>
              </a:tr>
              <a:tr h="512064">
                <a:tc>
                  <a:txBody>
                    <a:bodyPr/>
                    <a:lstStyle/>
                    <a:p>
                      <a:r>
                        <a:t>hits_SUB1_MCODE_5</a:t>
                      </a:r>
                    </a:p>
                  </a:txBody>
                  <a:tcPr/>
                </a:tc>
                <a:tc>
                  <a:txBody>
                    <a:bodyPr/>
                    <a:lstStyle/>
                    <a:p>
                      <a:r>
                        <a:t>R-HSA-166658|Complement cascade|-10.6;GO:0006956|complement activation|-10.3;hsa04610|Complement and coagulation cascades|-9.5</a:t>
                      </a:r>
                    </a:p>
                  </a:txBody>
                  <a:tcPr/>
                </a:tc>
              </a:tr>
              <a:tr h="512064">
                <a:tc>
                  <a:txBody>
                    <a:bodyPr/>
                    <a:lstStyle/>
                    <a:p>
                      <a:r>
                        <a:t>hits_SUB1_MCODE_6</a:t>
                      </a:r>
                    </a:p>
                  </a:txBody>
                  <a:tcPr/>
                </a:tc>
                <a:tc>
                  <a:txBody>
                    <a:bodyPr/>
                    <a:lstStyle/>
                    <a:p>
                      <a:r>
                        <a:t>R-HSA-2168880|Scavenging of heme from plasma|-9.8;R-HSA-2173782|Binding and Uptake of Ligands by Scavenger Receptors|-8.2;GO:0098869|cellular oxidant detoxification|-7.0</a:t>
                      </a:r>
                    </a:p>
                  </a:txBody>
                  <a:tcPr/>
                </a:tc>
              </a:tr>
              <a:tr h="512064">
                <a:tc>
                  <a:txBody>
                    <a:bodyPr/>
                    <a:lstStyle/>
                    <a:p>
                      <a:r>
                        <a:t>hits_SUB1_MCODE_9</a:t>
                      </a:r>
                    </a:p>
                  </a:txBody>
                  <a:tcPr/>
                </a:tc>
                <a:tc>
                  <a:txBody>
                    <a:bodyPr/>
                    <a:lstStyle/>
                    <a:p>
                      <a:r>
                        <a:t>CORUM:191|20S proteasome|-10.1;CORUM:194|PA28gamma-20S proteasome|-10.0;CORUM:192|PA28-20S proteasome|-9.9</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